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lpdesk-ticket-analytics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331" y="0"/>
            <a:ext cx="365303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Before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lpdesk-ticket-analytics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276" y="0"/>
            <a:ext cx="190914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The Weekly Ops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