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rst-english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88" y="0"/>
            <a:ext cx="36775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Before — 29% slop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rst-english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724" y="0"/>
            <a:ext cx="337624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storybook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rst-english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47" y="0"/>
            <a:ext cx="97536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chapter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rst-english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609" y="0"/>
            <a:ext cx="52847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  <a:latin typeface="Arial"/>
              </a:defRPr>
            </a:pPr>
            <a:r>
              <a:t>After —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