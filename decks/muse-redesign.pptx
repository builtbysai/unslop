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use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279" y="0"/>
            <a:ext cx="20811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 — plain 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use-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364" y="0"/>
            <a:ext cx="34296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The Commonplace 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use-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275" y="0"/>
            <a:ext cx="1839145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note 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