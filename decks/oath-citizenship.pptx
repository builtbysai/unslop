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builtbysai.github.io/oath-citizenship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builtbysai.github.io/oath-citizenship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builtbysai.github.io/oath-citizenship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ath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465" y="137160"/>
            <a:ext cx="7490764" cy="58521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989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88888"/>
                </a:solidFill>
                <a:latin typeface="Arial"/>
              </a:defRPr>
            </a:pPr>
            <a:r>
              <a:t>Oath Citizenship — before · 53% slop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ath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019" y="137160"/>
            <a:ext cx="4241656" cy="5852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989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88888"/>
                </a:solidFill>
                <a:latin typeface="Arial"/>
              </a:defRPr>
            </a:pPr>
            <a:r>
              <a:t>After · 3% slop · merged into original</a:t>
            </a:r>
          </a:p>
          <a:p>
            <a:pPr>
              <a:defRPr sz="1200">
                <a:latin typeface="Arial"/>
              </a:defRPr>
            </a:pPr>
            <a:r>
              <a:rPr>
                <a:solidFill>
                  <a:srgbClr val="2563EB"/>
                </a:solidFill>
                <a:hlinkClick r:id="rId3"/>
              </a:rPr>
              <a:t>https://builtbysai.github.io/oath-citizenship/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ath-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311" y="137160"/>
            <a:ext cx="8323072" cy="5852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989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88888"/>
                </a:solidFill>
                <a:latin typeface="Arial"/>
              </a:defRPr>
            </a:pPr>
            <a:r>
              <a:t>After · study view · sticky filters</a:t>
            </a:r>
          </a:p>
          <a:p>
            <a:pPr>
              <a:defRPr sz="1200">
                <a:latin typeface="Arial"/>
              </a:defRPr>
            </a:pPr>
            <a:r>
              <a:rPr>
                <a:solidFill>
                  <a:srgbClr val="2563EB"/>
                </a:solidFill>
                <a:hlinkClick r:id="rId3"/>
              </a:rPr>
              <a:t>https://builtbysai.github.io/oath-citizenship/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ath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350" y="137160"/>
            <a:ext cx="1004994" cy="5852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989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88888"/>
                </a:solidFill>
                <a:latin typeface="Arial"/>
              </a:defRPr>
            </a:pPr>
            <a:r>
              <a:t>After · mobile</a:t>
            </a:r>
          </a:p>
          <a:p>
            <a:pPr>
              <a:defRPr sz="1200">
                <a:latin typeface="Arial"/>
              </a:defRPr>
            </a:pPr>
            <a:r>
              <a:rPr>
                <a:solidFill>
                  <a:srgbClr val="2563EB"/>
                </a:solidFill>
                <a:hlinkClick r:id="rId3"/>
              </a:rPr>
              <a:t>https://builtbysai.github.io/oath-citizenship/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