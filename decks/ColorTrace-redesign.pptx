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lorTrace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197" y="0"/>
            <a:ext cx="732130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lorTrace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359" y="0"/>
            <a:ext cx="582497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3% slop — The Lab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