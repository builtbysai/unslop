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a0x1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22" y="0"/>
            <a:ext cx="936865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54%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a0x1-dark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968" y="0"/>
            <a:ext cx="795175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20% slop, hand-drawn icons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a0x1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516" y="0"/>
            <a:ext cx="205266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