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tfolio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8713216" cy="6126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052560" y="365760"/>
            <a:ext cx="64008" cy="640080"/>
          </a:xfrm>
          <a:prstGeom prst="rect">
            <a:avLst/>
          </a:prstGeom>
          <a:solidFill>
            <a:srgbClr val="0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118872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800" b="1">
                <a:solidFill>
                  <a:srgbClr val="1E1A13"/>
                </a:solidFill>
                <a:latin typeface="Calibri"/>
              </a:rPr>
              <a:t>Before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0D6E5D"/>
                </a:solidFill>
                <a:latin typeface="Consolas"/>
              </a:rPr>
              <a:t>builtbysai.com
slop checker: 61%
"synthetic terminal styling
trying very hard to look gritty"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tfolio-after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1120271" cy="6126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052560" y="365760"/>
            <a:ext cx="64008" cy="640080"/>
          </a:xfrm>
          <a:prstGeom prst="rect">
            <a:avLst/>
          </a:prstGeom>
          <a:solidFill>
            <a:srgbClr val="0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118872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800" b="1">
                <a:solidFill>
                  <a:srgbClr val="1E1A13"/>
                </a:solidFill>
                <a:latin typeface="Calibri"/>
              </a:rPr>
              <a:t>After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0D6E5D"/>
                </a:solidFill>
                <a:latin typeface="Consolas"/>
              </a:rPr>
              <a:t>redesign/unslop
slop checker: 17%
zero patterns flagged
"nothing. suspiciously clean"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rtfolio-after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830956" cy="6126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052560" y="365760"/>
            <a:ext cx="64008" cy="640080"/>
          </a:xfrm>
          <a:prstGeom prst="rect">
            <a:avLst/>
          </a:prstGeom>
          <a:solidFill>
            <a:srgbClr val="0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560" y="118872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800" b="1">
                <a:solidFill>
                  <a:srgbClr val="1E1A13"/>
                </a:solidFill>
                <a:latin typeface="Calibri"/>
              </a:rPr>
              <a:t>After · mobile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0D6E5D"/>
                </a:solidFill>
                <a:latin typeface="Consolas"/>
              </a:rPr>
              <a:t>390px · responsive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