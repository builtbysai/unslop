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builtbysai.com/creative-experiments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builtbysai.com/creative-experiment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reative-experiments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311" y="137160"/>
            <a:ext cx="8323072" cy="5852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5989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888888"/>
                </a:solidFill>
                <a:latin typeface="Arial"/>
              </a:defRPr>
            </a:pPr>
            <a:r>
              <a:t>Creative Experiments — before · 22% slop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reative-experiments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559" y="137160"/>
            <a:ext cx="3348576" cy="5852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5989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888888"/>
                </a:solidFill>
                <a:latin typeface="Arial"/>
              </a:defRPr>
            </a:pPr>
            <a:r>
              <a:t>Creative Experiments — after · black-box gallery · merged into original</a:t>
            </a:r>
          </a:p>
          <a:p>
            <a:pPr>
              <a:defRPr sz="1200">
                <a:latin typeface="Arial"/>
              </a:defRPr>
            </a:pPr>
            <a:r>
              <a:rPr>
                <a:solidFill>
                  <a:srgbClr val="2563EB"/>
                </a:solidFill>
                <a:hlinkClick r:id="rId3"/>
              </a:rPr>
              <a:t>https://builtbysai.com/creative-experiments/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reative-experiments-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090" y="137160"/>
            <a:ext cx="759514" cy="5852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5989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888888"/>
                </a:solidFill>
                <a:latin typeface="Arial"/>
              </a:defRPr>
            </a:pPr>
            <a:r>
              <a:t>Creative Experiments — after · mobile</a:t>
            </a:r>
          </a:p>
          <a:p>
            <a:pPr>
              <a:defRPr sz="1200">
                <a:latin typeface="Arial"/>
              </a:defRPr>
            </a:pPr>
            <a:r>
              <a:rPr>
                <a:solidFill>
                  <a:srgbClr val="2563EB"/>
                </a:solidFill>
                <a:hlinkClick r:id="rId3"/>
              </a:rPr>
              <a:t>https://builtbysai.com/creative-experiments/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