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ative-experiments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 — 22% slop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ative-experiments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791" y="0"/>
            <a:ext cx="392411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3% slop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eative-experiments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819" y="0"/>
            <a:ext cx="89005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