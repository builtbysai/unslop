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0"/>
            <a:ext cx="8778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53%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909" y="0"/>
            <a:ext cx="502187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3% slop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71" y="0"/>
            <a:ext cx="95105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79" y="0"/>
            <a:ext cx="11871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