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trelay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51%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trelay-after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paper &amp; ink, hand-drawn icons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trelay-after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landing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jotrelay-after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47" y="0"/>
            <a:ext cx="29718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