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-correlator-siem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10" y="0"/>
            <a:ext cx="887587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Log Correlator SIEM — 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-correlator-siem-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10" y="0"/>
            <a:ext cx="887587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Log Correlator SIEM — polished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erative-doodle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900" y="0"/>
            <a:ext cx="14458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Generative Doodles — before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erative-doodle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900" y="0"/>
            <a:ext cx="14458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Generative Doodles — polished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host-Ball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Ghost-Ball — before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host-Ball-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Ghost-Ball — polished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r-hockey-online-test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Air Hockey Online — before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r-hockey-online-test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Air Hockey Online — polished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elier-air-hockey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Atelier Air Hockey — before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elier-air-hockey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Atelier Air Hockey — polished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stlebox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600" y="0"/>
            <a:ext cx="616449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Whistlebox — before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stlebox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600" y="0"/>
            <a:ext cx="616449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Whistlebox — polished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biks-cub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Rubik's Cube — before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biks-cube-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Rubik's Cube — polished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elier-ah-25d-preview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Atelier AH 2.5D — before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elier-ah-25d-preview-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Atelier AH 2.5D — polished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iritual-Seasons-PWA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Spiritual Seasons — before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iritual-Seasons-PWA-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Spiritual Seasons — polished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eractive-diploma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Interactive Diploma — before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eractive-diploma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Interactive Diploma — polished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