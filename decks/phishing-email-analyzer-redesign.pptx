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ishing-email-analyzer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462" y="0"/>
            <a:ext cx="131077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ishing-email-analyzer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282" y="0"/>
            <a:ext cx="481131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The Intercept Dossier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