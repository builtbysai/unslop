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nlog-threat-hunter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0"/>
            <a:ext cx="97536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Before — console output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nlog-threat-hunter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382" y="0"/>
            <a:ext cx="2166931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The Morning Intel Brief (new HTML report)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