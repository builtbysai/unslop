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ifellis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311" y="0"/>
            <a:ext cx="69707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Before — 33% slop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ifellis-after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570" y="0"/>
            <a:ext cx="70655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9% slop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ifellis-after-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chalkboard reviews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ifellis-after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947" y="0"/>
            <a:ext cx="29718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mobile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