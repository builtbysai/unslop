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qrix-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6448" y="0"/>
            <a:ext cx="28387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" y="6217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88888"/>
                </a:solidFill>
                <a:latin typeface="Arial"/>
              </a:defRPr>
            </a:pPr>
            <a:r>
              <a:t>Before — 43% slop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qrix-la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3663" y="0"/>
            <a:ext cx="422436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" y="6217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88888"/>
                </a:solidFill>
                <a:latin typeface="Arial"/>
              </a:defRPr>
            </a:pPr>
            <a:r>
              <a:t>After — 3% slop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qrix-stud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6881" y="0"/>
            <a:ext cx="6977933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" y="6217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88888"/>
                </a:solidFill>
                <a:latin typeface="Arial"/>
              </a:defRPr>
            </a:pPr>
            <a:r>
              <a:t>After — studio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qrix-mob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7878" y="0"/>
            <a:ext cx="139593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" y="6217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88888"/>
                </a:solidFill>
                <a:latin typeface="Arial"/>
              </a:defRPr>
            </a:pPr>
            <a:r>
              <a:t>After — mobile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