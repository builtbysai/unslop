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dg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00" y="0"/>
            <a:ext cx="76598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dg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039" y="0"/>
            <a:ext cx="751561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17% slop, zero flags — The Signal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