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acon-View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197" y="0"/>
            <a:ext cx="96393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Before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acon-View-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197" y="0"/>
            <a:ext cx="96393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17% slop, zero flags — The Quiet Watchtower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