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acon-Remote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249" y="0"/>
            <a:ext cx="97211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acon-Remote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3% slop — Mission Control, elevated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