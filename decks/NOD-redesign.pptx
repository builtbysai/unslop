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d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545" y="0"/>
            <a:ext cx="120860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31% slop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d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32" y="0"/>
            <a:ext cx="325723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17% slop, theme-toggle remnants removed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d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46" y="0"/>
            <a:ext cx="83660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